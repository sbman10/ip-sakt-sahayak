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1e1001c9344bb" /><Relationship Type="http://schemas.openxmlformats.org/officeDocument/2006/relationships/extended-properties" Target="/docProps/app.xml" Id="R45dd077d200e4dc6" /><Relationship Type="http://schemas.openxmlformats.org/officeDocument/2006/relationships/officeDocument" Target="/ppt/presentation.xml" Id="R378b4d15d45b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2460a8247045e5"/>
  </p:sldMasterIdLst>
  <p:notesMasterIdLst>
    <p:notesMasterId xmlns:r="http://schemas.openxmlformats.org/officeDocument/2006/relationships" r:id="R62189b65cab649e9"/>
  </p:notesMasterIdLst>
  <p:sldIdLst>
    <p:sldId xmlns:r="http://schemas.openxmlformats.org/officeDocument/2006/relationships" id="256" r:id="R94fcc912f3f74d3f"/>
    <p:sldId xmlns:r="http://schemas.openxmlformats.org/officeDocument/2006/relationships" id="257" r:id="R4787162ca6d843f0"/>
    <p:sldId xmlns:r="http://schemas.openxmlformats.org/officeDocument/2006/relationships" id="258" r:id="R72c9b8f61d774c5d"/>
    <p:sldId xmlns:r="http://schemas.openxmlformats.org/officeDocument/2006/relationships" id="259" r:id="Rfe6cc440616d4fca"/>
    <p:sldId xmlns:r="http://schemas.openxmlformats.org/officeDocument/2006/relationships" id="260" r:id="R5f08b43b6b694fe0"/>
    <p:sldId xmlns:r="http://schemas.openxmlformats.org/officeDocument/2006/relationships" id="261" r:id="R0df44b6c89a243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c7e1c6060a4303" /><Relationship Type="http://schemas.openxmlformats.org/officeDocument/2006/relationships/slideMaster" Target="/ppt/slideMasters/slideMaster1.xml" Id="Rae2460a8247045e5" /><Relationship Type="http://schemas.openxmlformats.org/officeDocument/2006/relationships/notesMaster" Target="/ppt/notesMasters/notesMaster1.xml" Id="R62189b65cab649e9" /><Relationship Type="http://schemas.openxmlformats.org/officeDocument/2006/relationships/presProps" Target="/ppt/presProps.xml" Id="Rbbabe0087ff048f7" /><Relationship Type="http://schemas.openxmlformats.org/officeDocument/2006/relationships/viewProps" Target="/ppt/viewProps.xml" Id="R8f0020dcb381484c" /><Relationship Type="http://schemas.openxmlformats.org/officeDocument/2006/relationships/tableStyles" Target="/ppt/tableStyles.xml" Id="R611c4d5075314da2" /><Relationship Type="http://schemas.openxmlformats.org/officeDocument/2006/relationships/slide" Target="/ppt/slides/slide1.xml" Id="R94fcc912f3f74d3f" /><Relationship Type="http://schemas.openxmlformats.org/officeDocument/2006/relationships/slide" Target="/ppt/slides/slide2.xml" Id="R4787162ca6d843f0" /><Relationship Type="http://schemas.openxmlformats.org/officeDocument/2006/relationships/slide" Target="/ppt/slides/slide3.xml" Id="R72c9b8f61d774c5d" /><Relationship Type="http://schemas.openxmlformats.org/officeDocument/2006/relationships/slide" Target="/ppt/slides/slide4.xml" Id="Rfe6cc440616d4fca" /><Relationship Type="http://schemas.openxmlformats.org/officeDocument/2006/relationships/slide" Target="/ppt/slides/slide5.xml" Id="R5f08b43b6b694fe0" /><Relationship Type="http://schemas.openxmlformats.org/officeDocument/2006/relationships/slide" Target="/ppt/slides/slide6.xml" Id="R0df44b6c89a243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ead8459b1a48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0b1a17aac74680" /><Relationship Type="http://schemas.openxmlformats.org/officeDocument/2006/relationships/notesMaster" Target="/ppt/notesMasters/notesMaster1.xml" Id="Re0fd1eb5408d4e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cfd256ed8b45ea" /><Relationship Type="http://schemas.openxmlformats.org/officeDocument/2006/relationships/notesMaster" Target="/ppt/notesMasters/notesMaster1.xml" Id="R86e1fe0b0dc341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4412e6790140d2" /><Relationship Type="http://schemas.openxmlformats.org/officeDocument/2006/relationships/notesMaster" Target="/ppt/notesMasters/notesMaster1.xml" Id="R492f163162dd42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b8264d581b448f" /><Relationship Type="http://schemas.openxmlformats.org/officeDocument/2006/relationships/notesMaster" Target="/ppt/notesMasters/notesMaster1.xml" Id="Ra5f8faba04ec43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562d8b25fc45f2" /><Relationship Type="http://schemas.openxmlformats.org/officeDocument/2006/relationships/notesMaster" Target="/ppt/notesMasters/notesMaster1.xml" Id="R22290d80d6434c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f01d95105e49a3" /><Relationship Type="http://schemas.openxmlformats.org/officeDocument/2006/relationships/notesMaster" Target="/ppt/notesMasters/notesMaster1.xml" Id="Re64b85441db641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 used on this slide: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Patents Act, 1970 — India Code: https://www.indiacode.nic.in/handle/123456789/1392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Patents Rules, 2003 — IP India: https://www.ipindia.gov.in/pages/patents/rules-patents-2003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Biological Diversity Act, 2002 — India Code: https://www.indiacode.nic.in/indiacode/handle/123456789/2046?view_type=browse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Ayurveda Aahara Regulations, 2022 — FSSAI: https://fssai.gov.in/upload/notifications/2022/05/62789a20b54bdGazette_Notification_Ayurveda_Aahara_09_05_2022.pdf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Trade Marks Act, 1999 — India Code: https://www.indiacode.nic.in/handle/123456789/1993?view_type=browse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Geographical Indications Act, 1999 — India Code: https://www.indiacode.nic.in/handle/123456789/1981?view_type=browse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WHO Global Traditional Medicine Strategy 2025–2034: https://www.who.int/publications/i/item/9789240113176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TRIPS Agreement — Official WTO Text: https://www.wto.org/english/docs_e/legal_e/27-trips_01_e.htm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Convention on Biological Diversity — Official Text: https://www.cbd.int/doc/legal/cbd-en.pdf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Nagoya Protocol on Access and Benefit-Sharing: https://www.cbd.int/abs/doc/protocol/nagoya-protocol-en.pdf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Retrieval-Augmented Generation for Knowledge-Intensive NLP Tasks: https://arxiv.org/abs/2005.11401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ChromaDB Documentation — Vector Search Reference: https://docs.trychroma.com/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source titles on the slide are individually hyperlinked.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f83b5872a48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7bc78a3d746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b5a94c80049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a33a3432345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c17d6832f44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53e22240c46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7e490934f4c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fa42976df473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a6734917e4e2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c6c716e414bd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9c2aad86e46c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1C276A-46D9-44C8-9AA2-13BECC94B23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315AE43-8671-4CF2-AB6C-65A67F4769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21379B-F2B5-47CC-9CD3-1ECB14B787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5CBDEF-6D9F-40D9-942D-BE3FE0987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8E0A60-95F2-48C4-8DC6-0F8ECBCF87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2310DF-A49E-43EC-811B-1C1FAAAA9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90A312E-D00E-48D4-90BA-0858B3AC4B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D3FD7C-3702-4833-9044-CD1B809730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781BC14-8BE7-45F3-AB6F-C92580CEA7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1B44AE-A2B4-48D7-A791-61B30ED723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42B21D-4055-4494-846E-F45A4F25B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3D0113-51E2-4C97-B08D-E89F4A5D21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0B2569-5C21-4E14-AA0D-84DBB36F9E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4DECEA-894A-4442-8D40-97E76E5DEB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E0F3E2-4979-42E1-B73A-5FBF08E493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6DC4D7-884D-489C-A954-04435591B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38A510-3874-4A1B-BEC1-D330FE2C8E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AAB50B9-B9BB-4780-AB3B-22869E6433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60980A-80CE-4E59-99CB-EA8E4B7708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C2B6DF-5724-47A1-B4EA-6EC0BDBE2E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E31685-E926-4A77-8769-BF75C09C87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FD7EA7-4F9B-4AD7-A321-8B312E29D4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1D7957E-B5E0-46E7-9A9E-65293E77A2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981EA55-5D7B-4219-9746-AB49CF72AF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E02FE7F-0B45-46BA-93DD-FA9A0C19A3C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3843174-A63F-41F7-8334-6E28BCCA707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10BD8A-4E53-4E0C-9028-16054CE59E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A65049-2A90-43A2-B9B7-B855B0D2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A6E3C3-BAD1-497C-8173-F7A8134053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E01DA0-7218-489E-B2E5-006E61628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658F9E-1CDA-4D42-B7CB-59E14F21CF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DA95B2-112E-4B35-A267-78FC5C0C48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676C98-90FF-43BF-A9B5-9398037BAC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2266E9-64F8-4E93-8580-402020D57A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D19465-5485-4D45-957D-E6BF2963B8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E84D3A-D195-4B74-A896-E75C415B65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292088-F0DB-4C22-A9F2-8CAB55725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E4E645-0B3B-4868-A372-261B63D866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25AC299-39B3-4CEB-AFCA-0FECB8DF7B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30FDE6-85FC-4F28-B9D0-078952A378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CFC8C6-2866-4485-88C8-933AD601E5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B91F7C-5024-4C3B-844E-12CA94B310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14B18F-56DF-4AB5-83DB-832AB2C81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537607D-9E89-4C62-8188-C45C9AB3BFC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F3B70C5-4F0C-4687-BD81-D0F3EE83DD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B7E684-AA7B-46DC-865B-8667B697D3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BBE50F-5CD8-4DF3-9759-867208B506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9CE60A-0EAC-42B8-8154-C5B78270F1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C1A699-207D-4D23-87AF-82A052A164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6DC039-33E1-4F0F-978C-37D35D86F3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2955EE-2DEB-4158-A043-34AAD1082F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7B7404-E97E-4821-BBA6-72BC879E75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1E807A-E4F0-411B-AB84-A4F595F1F2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D947ABF-286C-4D9B-8D19-CC1D8B96E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124737-09CC-4E3D-9BF4-6679AF4724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5A14DD-933D-4973-9B14-F421BDC9B4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D7A79B-E25D-4C37-80C3-7DE6F6921A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720B78-D684-4247-A786-BF910B94A1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8ef00914ef47a5" /><Relationship Type="http://schemas.openxmlformats.org/officeDocument/2006/relationships/slideLayout" Target="/ppt/slideLayouts/slideLayout1.xml" Id="Rd94c187237bb4e84" /><Relationship Type="http://schemas.openxmlformats.org/officeDocument/2006/relationships/slideLayout" Target="/ppt/slideLayouts/slideLayout2.xml" Id="R4cd5de7e32234552" /><Relationship Type="http://schemas.openxmlformats.org/officeDocument/2006/relationships/slideLayout" Target="/ppt/slideLayouts/slideLayout3.xml" Id="Rb685d713c5544c26" /><Relationship Type="http://schemas.openxmlformats.org/officeDocument/2006/relationships/slideLayout" Target="/ppt/slideLayouts/slideLayout4.xml" Id="Rbb056abaeba54734" /><Relationship Type="http://schemas.openxmlformats.org/officeDocument/2006/relationships/slideLayout" Target="/ppt/slideLayouts/slideLayout5.xml" Id="Rf3e84ab38a114f80" /><Relationship Type="http://schemas.openxmlformats.org/officeDocument/2006/relationships/slideLayout" Target="/ppt/slideLayouts/slideLayout6.xml" Id="Re47573a87d984f26" /><Relationship Type="http://schemas.openxmlformats.org/officeDocument/2006/relationships/slideLayout" Target="/ppt/slideLayouts/slideLayout7.xml" Id="Rb4104b6bbcca49ea" /><Relationship Type="http://schemas.openxmlformats.org/officeDocument/2006/relationships/slideLayout" Target="/ppt/slideLayouts/slideLayout8.xml" Id="Rdbc9e6072f984dcd" /><Relationship Type="http://schemas.openxmlformats.org/officeDocument/2006/relationships/slideLayout" Target="/ppt/slideLayouts/slideLayout9.xml" Id="Rf847ef78b3214bb4" /><Relationship Type="http://schemas.openxmlformats.org/officeDocument/2006/relationships/slideLayout" Target="/ppt/slideLayouts/slideLayout10.xml" Id="Rec13f9adc917413c" /><Relationship Type="http://schemas.openxmlformats.org/officeDocument/2006/relationships/slideLayout" Target="/ppt/slideLayouts/slideLayout11.xml" Id="R488a899e36d441d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6AFE92E-268A-478C-9266-94185D4BA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6D8FD5-9BFC-41ED-9B94-939533D0A2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E4A990-2546-4FC1-8D39-10AF7C4881F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28C2C8-8899-40F3-97A8-38BABD3FFE2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DC1FB1-6813-4FF0-9B86-1BA5BE8A5EE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4c187237bb4e84"/>
    <p:sldLayoutId xmlns:r="http://schemas.openxmlformats.org/officeDocument/2006/relationships" id="2147483650" r:id="R4cd5de7e32234552"/>
    <p:sldLayoutId xmlns:r="http://schemas.openxmlformats.org/officeDocument/2006/relationships" id="2147483651" r:id="Rb685d713c5544c26"/>
    <p:sldLayoutId xmlns:r="http://schemas.openxmlformats.org/officeDocument/2006/relationships" id="2147483652" r:id="Rbb056abaeba54734"/>
    <p:sldLayoutId xmlns:r="http://schemas.openxmlformats.org/officeDocument/2006/relationships" id="2147483653" r:id="Rf3e84ab38a114f80"/>
    <p:sldLayoutId xmlns:r="http://schemas.openxmlformats.org/officeDocument/2006/relationships" id="2147483654" r:id="Re47573a87d984f26"/>
    <p:sldLayoutId xmlns:r="http://schemas.openxmlformats.org/officeDocument/2006/relationships" id="2147483655" r:id="Rb4104b6bbcca49ea"/>
    <p:sldLayoutId xmlns:r="http://schemas.openxmlformats.org/officeDocument/2006/relationships" id="2147483656" r:id="Rdbc9e6072f984dcd"/>
    <p:sldLayoutId xmlns:r="http://schemas.openxmlformats.org/officeDocument/2006/relationships" id="2147483657" r:id="Rf847ef78b3214bb4"/>
    <p:sldLayoutId xmlns:r="http://schemas.openxmlformats.org/officeDocument/2006/relationships" id="2147483658" r:id="Rec13f9adc917413c"/>
    <p:sldLayoutId xmlns:r="http://schemas.openxmlformats.org/officeDocument/2006/relationships" id="2147483659" r:id="R488a899e36d441da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23e18bba54679" /><Relationship Type="http://schemas.openxmlformats.org/officeDocument/2006/relationships/image" Target="/ppt/media/image.png" Id="R53e4897ef04d4790" /><Relationship Type="http://schemas.openxmlformats.org/officeDocument/2006/relationships/image" Target="/ppt/media/image2.png" Id="R41391065cdec4058" /><Relationship Type="http://schemas.openxmlformats.org/officeDocument/2006/relationships/notesSlide" Target="/ppt/notesSlides/notesSlide1.xml" Id="R317ca84940c849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b797ddadde4a3e" /><Relationship Type="http://schemas.openxmlformats.org/officeDocument/2006/relationships/image" Target="/ppt/media/image2.png" Id="R0aa29fdd8e404a9e" /><Relationship Type="http://schemas.openxmlformats.org/officeDocument/2006/relationships/notesSlide" Target="/ppt/notesSlides/notesSlide2.xml" Id="R5c3351eb68c048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bc86f29207427e" /><Relationship Type="http://schemas.openxmlformats.org/officeDocument/2006/relationships/image" Target="/ppt/media/image2.png" Id="Rf8f1570cd6f343ce" /><Relationship Type="http://schemas.openxmlformats.org/officeDocument/2006/relationships/notesSlide" Target="/ppt/notesSlides/notesSlide3.xml" Id="R891fdbe642aa4d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090457b02245f8" /><Relationship Type="http://schemas.openxmlformats.org/officeDocument/2006/relationships/image" Target="/ppt/media/image2.png" Id="R5779ccade21e4dd9" /><Relationship Type="http://schemas.openxmlformats.org/officeDocument/2006/relationships/notesSlide" Target="/ppt/notesSlides/notesSlide4.xml" Id="R2734f0284d1c4b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bb2aa988cf42d5" /><Relationship Type="http://schemas.openxmlformats.org/officeDocument/2006/relationships/image" Target="/ppt/media/image2.png" Id="Rc9e47e1dadc94bf5" /><Relationship Type="http://schemas.openxmlformats.org/officeDocument/2006/relationships/notesSlide" Target="/ppt/notesSlides/notesSlide5.xml" Id="R691ee629c2bd43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16ec59b9924357" /><Relationship Type="http://schemas.openxmlformats.org/officeDocument/2006/relationships/image" Target="/ppt/media/image2.png" Id="R17716191ee594b3a" /><Relationship Type="http://schemas.openxmlformats.org/officeDocument/2006/relationships/hyperlink" Target="https://www.indiacode.nic.in/handle/123456789/1392" TargetMode="External" Id="R71fc37db55d54db7" /><Relationship Type="http://schemas.openxmlformats.org/officeDocument/2006/relationships/hyperlink" Target="https://www.ipindia.gov.in/pages/patents/rules-patents-2003" TargetMode="External" Id="R0a5b55b1a5304a94" /><Relationship Type="http://schemas.openxmlformats.org/officeDocument/2006/relationships/hyperlink" Target="https://www.indiacode.nic.in/indiacode/handle/123456789/2046?view_type=browse" TargetMode="External" Id="R60430cdb4730411a" /><Relationship Type="http://schemas.openxmlformats.org/officeDocument/2006/relationships/hyperlink" Target="https://fssai.gov.in/upload/notifications/2022/05/62789a20b54bdGazette_Notification_Ayurveda_Aahara_09_05_2022.pdf" TargetMode="External" Id="R0f1995459f464af4" /><Relationship Type="http://schemas.openxmlformats.org/officeDocument/2006/relationships/hyperlink" Target="https://www.indiacode.nic.in/handle/123456789/1993?view_type=browse" TargetMode="External" Id="Rce2b8e1bf85c49b9" /><Relationship Type="http://schemas.openxmlformats.org/officeDocument/2006/relationships/hyperlink" Target="https://www.indiacode.nic.in/handle/123456789/1981?view_type=browse" TargetMode="External" Id="R8139f6f956744180" /><Relationship Type="http://schemas.openxmlformats.org/officeDocument/2006/relationships/hyperlink" Target="https://www.who.int/publications/i/item/9789240113176" TargetMode="External" Id="R99e1394ec3794cbe" /><Relationship Type="http://schemas.openxmlformats.org/officeDocument/2006/relationships/hyperlink" Target="https://www.wto.org/english/docs_e/legal_e/27-trips_01_e.htm" TargetMode="External" Id="R8b919a4f53104f2f" /><Relationship Type="http://schemas.openxmlformats.org/officeDocument/2006/relationships/hyperlink" Target="https://www.cbd.int/doc/legal/cbd-en.pdf" TargetMode="External" Id="R71f0d379306f45bf" /><Relationship Type="http://schemas.openxmlformats.org/officeDocument/2006/relationships/hyperlink" Target="https://www.cbd.int/abs/doc/protocol/nagoya-protocol-en.pdf" TargetMode="External" Id="R294101de68dd419a" /><Relationship Type="http://schemas.openxmlformats.org/officeDocument/2006/relationships/hyperlink" Target="https://arxiv.org/abs/2005.11401" TargetMode="External" Id="R1f168d7fced94b5a" /><Relationship Type="http://schemas.openxmlformats.org/officeDocument/2006/relationships/hyperlink" Target="https://docs.trychroma.com/" TargetMode="External" Id="R7819fc132fd44dd2" /><Relationship Type="http://schemas.openxmlformats.org/officeDocument/2006/relationships/notesSlide" Target="/ppt/notesSlides/notesSlide6.xml" Id="Rb2ed4cf5b7f943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e4897ef04d4790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5A851A03-5CEF-44A8-9A65-6622938E9C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CD15120C-D779-4CF4-94AC-C0C1529CD3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5E8A781-8B64-48AE-BB31-0498DC2A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4703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–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Software/Hardware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 (Registered on portal)</a:t>
            </a: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91065cdec4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335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62C70DB-A91A-4D8C-982A-2D8E3FD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B2F5B07E-E991-4794-896B-7BD38D101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/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FE0239CB-DE26-4172-9CD2-4F9C5ECD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3200" b="1" u="sng">
                <a:solidFill>
                  <a:schemeClr val="tx2"/>
                </a:solidFill>
                <a:latin typeface="Arial"/>
                <a:ea typeface="Arial"/>
                <a:cs typeface="Arial"/>
              </a:rPr>
              <a:t>Proposed Solution (Describe your Idea/Solution/Prototype)</a:t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Detailed explanation of the proposed solution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 How it addresses the problem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Innovation and uniqueness of the solution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19850F-566E-401D-9BDE-B8643CA68E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56A7D022-4CA4-4580-9199-F110AE5BD3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537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29fdd8e404a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42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6F13531-9D90-4157-B401-66E7BB0E4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9849AB36-60D9-41D7-BF27-80261FC3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Technologies to be used (e.g. programming languages, frameworks, hardware)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2EAC0E-65F7-4A55-B794-D972C710B1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51D2990-3CBD-4432-90A9-43196E021A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1570cd6f343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270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6A9BDFFD-B888-4A33-8479-FC4587C97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E987CB8-2C87-4922-89D7-A6C329C4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Analysis of the feasibility of the idea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Strategies</a:t>
            </a: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 for overcoming these challenges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C96E07-C06D-4809-8F47-5A801FDD40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DB17E7C-4D07-46A2-9339-638E138C9E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9ccade21e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0C0E852D-61B0-4302-A185-C170B60FD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C2479153-2805-4938-8467-C0A89FC5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Benefits of the solution (social, economic, environmental, etc.)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14E39B-A69B-4830-80B5-C6F57A6D8E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641AEBA-0C40-4BA6-A7C4-F91641099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47e1dadc94b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F001A74-CFAD-4C30-97B6-2DD21594B3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721EC58D-538E-4382-91DB-7DA196F8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29F8AB-62E3-4BEE-BE38-B2B9716B6A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E4B4774-3056-4F55-A3F2-8E3FA5D7D6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16191ee594b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References heading">
            <a:extLst xmlns:a="http://schemas.openxmlformats.org/drawingml/2006/main">
              <a:ext uri="{FF2B5EF4-FFF2-40B4-BE49-F238E27FC236}">
                <a16:creationId xmlns:a16="http://schemas.microsoft.com/office/drawing/2014/main" id="{15F33CAD-BA61-4AFF-8BB5-32B0F59C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56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98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98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Primary legal and regulatory sources</a:t>
            </a:r>
          </a:p>
        </p:txBody>
      </p:sp>
      <p:sp>
        <p:nvSpPr>
          <p:cNvPr id="17413" name="Research heading">
            <a:extLst xmlns:a="http://schemas.openxmlformats.org/drawingml/2006/main">
              <a:ext uri="{FF2B5EF4-FFF2-40B4-BE49-F238E27FC236}">
                <a16:creationId xmlns:a16="http://schemas.microsoft.com/office/drawing/2014/main" id="{64C99F70-E1EE-4A8E-ADF5-9B19A392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56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98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98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Research and technical foundations</a:t>
            </a:r>
          </a:p>
        </p:txBody>
      </p:sp>
      <p:sp>
        <p:nvSpPr>
          <p:cNvPr id="17414" name="Primary source 1">
            <a:extLst xmlns:a="http://schemas.openxmlformats.org/drawingml/2006/main">
              <a:ext uri="{FF2B5EF4-FFF2-40B4-BE49-F238E27FC236}">
                <a16:creationId xmlns:a16="http://schemas.microsoft.com/office/drawing/2014/main" id="{C1E214F1-0722-4583-BB45-3E25F5AF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71fc37db55d54db7"/>
              </a:rPr>
              <a:t>The Patents Act, 1970 — India Code</a:t>
            </a:r>
          </a:p>
        </p:txBody>
      </p:sp>
      <p:sp>
        <p:nvSpPr>
          <p:cNvPr id="17415" name="Primary source 2">
            <a:extLst xmlns:a="http://schemas.openxmlformats.org/drawingml/2006/main">
              <a:ext uri="{FF2B5EF4-FFF2-40B4-BE49-F238E27FC236}">
                <a16:creationId xmlns:a16="http://schemas.microsoft.com/office/drawing/2014/main" id="{F079048F-E956-4A01-AC15-B4CBD84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0a5b55b1a5304a94"/>
              </a:rPr>
              <a:t>The Patents Rules, 2003 — IP India</a:t>
            </a:r>
          </a:p>
        </p:txBody>
      </p:sp>
      <p:sp>
        <p:nvSpPr>
          <p:cNvPr id="17416" name="Primary source 3">
            <a:extLst xmlns:a="http://schemas.openxmlformats.org/drawingml/2006/main">
              <a:ext uri="{FF2B5EF4-FFF2-40B4-BE49-F238E27FC236}">
                <a16:creationId xmlns:a16="http://schemas.microsoft.com/office/drawing/2014/main" id="{3EDFBBA4-3B3A-439B-93CB-D322CCC3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60430cdb4730411a"/>
              </a:rPr>
              <a:t>The Biological Diversity Act, 2002 — India Code</a:t>
            </a:r>
          </a:p>
        </p:txBody>
      </p:sp>
      <p:sp>
        <p:nvSpPr>
          <p:cNvPr id="17417" name="Primary source 4">
            <a:extLst xmlns:a="http://schemas.openxmlformats.org/drawingml/2006/main">
              <a:ext uri="{FF2B5EF4-FFF2-40B4-BE49-F238E27FC236}">
                <a16:creationId xmlns:a16="http://schemas.microsoft.com/office/drawing/2014/main" id="{322956ED-CF23-420C-93CE-DB09B668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0f1995459f464af4"/>
              </a:rPr>
              <a:t>Ayurveda Aahara Regulations, 2022 — FSSAI</a:t>
            </a:r>
          </a:p>
        </p:txBody>
      </p:sp>
      <p:sp>
        <p:nvSpPr>
          <p:cNvPr id="17418" name="Primary source 5">
            <a:extLst xmlns:a="http://schemas.openxmlformats.org/drawingml/2006/main">
              <a:ext uri="{FF2B5EF4-FFF2-40B4-BE49-F238E27FC236}">
                <a16:creationId xmlns:a16="http://schemas.microsoft.com/office/drawing/2014/main" id="{087C6F98-E468-411D-AEBB-761A6A57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ce2b8e1bf85c49b9"/>
              </a:rPr>
              <a:t>The Trade Marks Act, 1999 — India Code</a:t>
            </a:r>
          </a:p>
        </p:txBody>
      </p:sp>
      <p:sp>
        <p:nvSpPr>
          <p:cNvPr id="17419" name="Primary source 6">
            <a:extLst xmlns:a="http://schemas.openxmlformats.org/drawingml/2006/main">
              <a:ext uri="{FF2B5EF4-FFF2-40B4-BE49-F238E27FC236}">
                <a16:creationId xmlns:a16="http://schemas.microsoft.com/office/drawing/2014/main" id="{160817DA-FA49-4AB4-BD21-F92A0627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8139f6f956744180"/>
              </a:rPr>
              <a:t>The Geographical Indications Act, 1999 — India Code</a:t>
            </a:r>
          </a:p>
        </p:txBody>
      </p:sp>
      <p:sp>
        <p:nvSpPr>
          <p:cNvPr id="17420" name="Research source 1">
            <a:extLst xmlns:a="http://schemas.openxmlformats.org/drawingml/2006/main">
              <a:ext uri="{FF2B5EF4-FFF2-40B4-BE49-F238E27FC236}">
                <a16:creationId xmlns:a16="http://schemas.microsoft.com/office/drawing/2014/main" id="{E5C23684-71C9-4895-A8CF-17C71443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621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99e1394ec3794cbe"/>
              </a:rPr>
              <a:t>WHO Global Traditional Medicine Strategy 2025–2034</a:t>
            </a:r>
          </a:p>
        </p:txBody>
      </p:sp>
      <p:sp>
        <p:nvSpPr>
          <p:cNvPr id="17421" name="Research source 2">
            <a:extLst xmlns:a="http://schemas.openxmlformats.org/drawingml/2006/main">
              <a:ext uri="{FF2B5EF4-FFF2-40B4-BE49-F238E27FC236}">
                <a16:creationId xmlns:a16="http://schemas.microsoft.com/office/drawing/2014/main" id="{3A6AA060-D9B8-4035-BC7A-F451C861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02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8b919a4f53104f2f"/>
              </a:rPr>
              <a:t>TRIPS Agreement — Official WTO Text</a:t>
            </a:r>
          </a:p>
        </p:txBody>
      </p:sp>
      <p:sp>
        <p:nvSpPr>
          <p:cNvPr id="17422" name="Research source 3">
            <a:extLst xmlns:a="http://schemas.openxmlformats.org/drawingml/2006/main">
              <a:ext uri="{FF2B5EF4-FFF2-40B4-BE49-F238E27FC236}">
                <a16:creationId xmlns:a16="http://schemas.microsoft.com/office/drawing/2014/main" id="{035E9473-FF79-41E4-B91A-0E9FCCB4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384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71f0d379306f45bf"/>
              </a:rPr>
              <a:t>Convention on Biological Diversity — Official Text</a:t>
            </a:r>
          </a:p>
        </p:txBody>
      </p:sp>
      <p:sp>
        <p:nvSpPr>
          <p:cNvPr id="17423" name="Research source 4">
            <a:extLst xmlns:a="http://schemas.openxmlformats.org/drawingml/2006/main">
              <a:ext uri="{FF2B5EF4-FFF2-40B4-BE49-F238E27FC236}">
                <a16:creationId xmlns:a16="http://schemas.microsoft.com/office/drawing/2014/main" id="{F56CFE4E-B498-4A0A-B2BE-64F964A0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294101de68dd419a"/>
              </a:rPr>
              <a:t>Nagoya Protocol on Access and Benefit-Sharing</a:t>
            </a:r>
          </a:p>
        </p:txBody>
      </p:sp>
      <p:sp>
        <p:nvSpPr>
          <p:cNvPr id="17424" name="Research source 5">
            <a:extLst xmlns:a="http://schemas.openxmlformats.org/drawingml/2006/main">
              <a:ext uri="{FF2B5EF4-FFF2-40B4-BE49-F238E27FC236}">
                <a16:creationId xmlns:a16="http://schemas.microsoft.com/office/drawing/2014/main" id="{3C7A8A87-E332-4ED2-92D5-D7B60E92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148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1f168d7fced94b5a"/>
              </a:rPr>
              <a:t>Retrieval-Augmented Generation for Knowledge-Intensive NLP Tasks</a:t>
            </a:r>
          </a:p>
        </p:txBody>
      </p:sp>
      <p:sp>
        <p:nvSpPr>
          <p:cNvPr id="17425" name="Research source 6">
            <a:extLst xmlns:a="http://schemas.openxmlformats.org/drawingml/2006/main">
              <a:ext uri="{FF2B5EF4-FFF2-40B4-BE49-F238E27FC236}">
                <a16:creationId xmlns:a16="http://schemas.microsoft.com/office/drawing/2014/main" id="{7B757618-DAC6-44DC-9C56-665E9854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98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98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› </a:t>
            </a:r>
            <a:r>
              <a:rPr sz="1598" b="1" u="sng">
                <a:solidFill>
                  <a:srgbClr val="1F4E79"/>
                </a:solidFill>
                <a:latin typeface="Arial"/>
                <a:ea typeface="Arial"/>
                <a:cs typeface="Arial"/>
                <a:hlinkClick xmlns:r="http://schemas.openxmlformats.org/officeDocument/2006/relationships" r:id="R7819fc132fd44dd2"/>
              </a:rPr>
              <a:t>ChromaDB Documentation — Vector Search Reference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2026-09-12T15:11:52.6910000Z</dcterms:created>
  <dcterms:modified xsi:type="dcterms:W3CDTF">2026-09-12T15:11:52.6910000Z</dcterms:modified>
</coreProperties>
</file>